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8323" r:id="rId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1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5F1"/>
    <a:srgbClr val="FF0000"/>
    <a:srgbClr val="FFFF00"/>
    <a:srgbClr val="FFFFCC"/>
    <a:srgbClr val="CC0066"/>
    <a:srgbClr val="00CC00"/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8" autoAdjust="0"/>
    <p:restoredTop sz="95238" autoAdjust="0"/>
  </p:normalViewPr>
  <p:slideViewPr>
    <p:cSldViewPr>
      <p:cViewPr varScale="1">
        <p:scale>
          <a:sx n="66" d="100"/>
          <a:sy n="66" d="100"/>
        </p:scale>
        <p:origin x="1164" y="4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49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329D30-1E1B-83D3-2A87-466C7C1EA7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215B4-53BE-90CC-D126-5637C78B4A2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4C6DAA-C98F-493D-86CA-DC0D989B89D4}" type="datetimeFigureOut">
              <a:rPr lang="en-US"/>
              <a:pPr>
                <a:defRPr/>
              </a:pPr>
              <a:t>11/3/2025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63E3389-C90E-E9C0-88E0-9999C217B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2B3CA61-6843-C296-288B-529ACAA10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76315-0F66-5143-325C-AE47BCC4D4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3C619-37FF-CD56-7A44-CF40C4EE7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FA0F418-B9EE-4A3F-8250-C05E8DAC14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7490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04D3EF-8089-43FE-8D09-E2FB99EDB3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F01B2F-7EFF-5723-7020-F13BFC7D1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17ED04-9BB6-D75D-3FD6-3CF18FE0D9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247EB-4AC6-4CB9-87B3-7164C43A1D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6961256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83D85A-2551-7E9B-D77A-0846EEA1E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F4D1C7-9926-51FC-CFBF-F2F9F3ED92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1FEDEC-7CCA-A243-3CD1-8FBD23B3EC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31025-CD88-4D6C-BD74-9BE2884B0C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2458330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95C49C4-6340-EE65-0CAD-941CEC0D4F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9C2AF43-4363-EACB-FBEE-EDB15B958C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C14F07-7FE3-FEC9-C968-03BB856232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24F1C-08AC-4DED-95D7-A92B957E23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7723409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65D0E-B31B-FD0B-4DB3-A6A8D62A5C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F4B38-84F0-854A-18BE-F9176E9BC4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4930AC-3A6D-6AC3-31E9-723FAC0415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DC963-8784-478B-B0E1-ABA7806BF2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842196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53E68BD-9072-4B80-927D-A887FD04AE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C33AE-518C-7DE0-F819-811128AF5B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97228F3-F7ED-E0BE-3D5C-10694D71CF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1BC5C-95FB-458A-8275-1D69EA8B8B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5345519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F41C6AE-3E52-F2C2-B1DE-6525EC35AB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FC1E554-7723-57CE-546F-2B98DD5865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C0D9DE-3766-75C2-4DB1-8C4295D7F8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473F5-CA51-4FDF-8C68-27707F4979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4337644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7962DA4-95BA-6199-B4A0-51FE254ED0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1F34833-7956-4D1B-7BFD-3CE17D8008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8741FF6-778A-CC01-3232-3A28597A0D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6546BF-DEF3-4B3B-B2AF-94AFDC8F8C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0537056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345F3-7D37-D3C5-3CCA-C856EADCB6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DA7735-2062-171D-EB4C-83DEACA6F4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F707ED-3BCA-81A5-7B24-FB7E95E393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62C815-7ABD-4ADB-A279-E92BFD5265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7660252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4C51D7-1C8D-A15B-E8DC-C50319BF11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BF3018-B3E2-D178-4BF1-6691B5B823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B17DFE-AE41-BC19-D9B7-C137AE89E8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003AF-6D81-44A3-93D9-72C19F74CF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1818978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258ED2-2AE1-09E7-3968-C9162FC99A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FEED2-F74D-3E6E-A62D-0E3D6A1B8E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4BA135-96CF-DE25-E8E7-29107A5D34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0BBAFE-0220-4B84-BC0B-717E3EF02D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676192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458A50-AAFC-778F-E23B-FADD3E4F7D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D875B7-11F0-9776-546D-39A6557844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414A81-421C-6446-CCA6-6ECB898BD9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29ACB6-060E-4233-99F4-BA3C38FD2D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37115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5590F0B-B9B3-9865-B5B5-26FC7BC14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E91D58E-38F2-9785-926D-0B7B06C0D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914357C-F501-D502-FC79-C94704C048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29F7E5F-FA26-6E87-7C00-EBDD806F1E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B0B7FE1-CB5E-26EC-B972-195A67B0A4F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58CE803-FA91-442C-8219-79C042CF8E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4A13-CD69-EE48-4FD4-13DF571C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44562"/>
          </a:xfrm>
        </p:spPr>
        <p:txBody>
          <a:bodyPr/>
          <a:lstStyle/>
          <a:p>
            <a:endParaRPr lang="en-US" sz="3600" b="1">
              <a:solidFill>
                <a:srgbClr val="FFC000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8A0EF-741C-2765-E03D-433C37DDC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4562"/>
            <a:ext cx="9144000" cy="5913438"/>
          </a:xfrm>
        </p:spPr>
        <p:txBody>
          <a:bodyPr/>
          <a:lstStyle/>
          <a:p>
            <a:pPr marL="0" indent="0" algn="ctr">
              <a:buNone/>
            </a:pPr>
            <a:endParaRPr lang="en-US" sz="8600" kern="1200">
              <a:solidFill>
                <a:schemeClr val="bg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561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9179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Default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hoang viet</dc:creator>
  <cp:lastModifiedBy>hoang viet</cp:lastModifiedBy>
  <cp:revision>2468</cp:revision>
  <cp:lastPrinted>1601-01-01T00:00:00Z</cp:lastPrinted>
  <dcterms:created xsi:type="dcterms:W3CDTF">1601-01-01T00:00:00Z</dcterms:created>
  <dcterms:modified xsi:type="dcterms:W3CDTF">2025-11-03T03:54:28Z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